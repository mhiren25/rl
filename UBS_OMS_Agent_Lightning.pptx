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UBS Order Management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Agent Lightning Reinforcement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25603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MCP Protocol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Vendor Agnostic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Swap any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3657600"/>
            <a:ext cx="25603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APO/VERL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True RL Training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Auto-improve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3657600"/>
            <a:ext cx="25603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 Approval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Human-in-Loop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Offline RL Training with Human Approval | January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Learning Flow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Real-Time Production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React GUI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User places order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91440" cy="22860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FastAPI Gateway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HTTP/REST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91440" cy="22860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MCP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Vendor-agnostic agent 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91440" cy="22860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Azure OpenAI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LLM reasoning (swappable)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800600"/>
            <a:ext cx="91440" cy="22860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Agent Lightning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Captures traces silently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Offline Learning Workflow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846320" y="201168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20299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Capture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22128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User corrections → Agent Lightning store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2468880"/>
            <a:ext cx="91440" cy="22860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278892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03520" y="28072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Analyze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29900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Weekly: Identify patterns (10+ corrections)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83480" y="3246120"/>
            <a:ext cx="91440" cy="22860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356616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03520" y="35844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Train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03520" y="37673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APO algorithm → Improved prompts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83480" y="4023360"/>
            <a:ext cx="91440" cy="22860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45" name="Shape 43"/>
          <p:cNvSpPr/>
          <p:nvPr/>
        </p:nvSpPr>
        <p:spPr>
          <a:xfrm>
            <a:off x="4846320" y="434340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03520" y="43616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Review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03520" y="45445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Human approves/rejects changes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83480" y="4800600"/>
            <a:ext cx="91440" cy="22860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50" name="Shape 48"/>
          <p:cNvSpPr/>
          <p:nvPr/>
        </p:nvSpPr>
        <p:spPr>
          <a:xfrm>
            <a:off x="4846320" y="512064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303520" y="51389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Deploy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03520" y="53218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Activate new version with rollback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54880" y="5852160"/>
            <a:ext cx="3931920" cy="731520"/>
          </a:xfrm>
          <a:prstGeom prst="rect">
            <a:avLst/>
          </a:prstGeom>
          <a:solidFill>
            <a:srgbClr val="FFF9E6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6035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</a:rPr>
              <a:t>No real-time learning: All updates require human approval for compliance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MCP ensures vendor neutrality • Agent Lightning provides true RL • Weekly batch training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&amp; Success Metrics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84048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Vendor Agnostic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Swap LLM providers (Azure OpenAI → Claude → Gemini) without code changes via MCP protocol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645920"/>
            <a:ext cx="384048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18288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6072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Proven RL Technology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2423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Microsoft Agent Lightning with APO/VERL algorithms for continuous improvement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84048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8404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Compliance First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100% human approval required. Full audit trail. Rollback capability. No autonomous learning.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3657600"/>
            <a:ext cx="384048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38404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76072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Measurable ROI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4434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Track correction rate, user satisfaction, and AI accuracy improvement over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577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Expected Outcomes (6 months)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943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↓ 35%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6263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Correction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5943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↑ 28%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657600" y="6263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User Satisfaction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5943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↑ 42%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217920" y="6263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AI Accuracy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UBS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Management System with Agent Lightning</dc:title>
  <dc:subject>PptxGenJS Presentation</dc:subject>
  <dc:creator>UBS Trading Technology</dc:creator>
  <cp:lastModifiedBy>UBS Trading Technology</cp:lastModifiedBy>
  <cp:revision>1</cp:revision>
  <dcterms:created xsi:type="dcterms:W3CDTF">2026-02-09T11:10:41Z</dcterms:created>
  <dcterms:modified xsi:type="dcterms:W3CDTF">2026-02-09T11:10:41Z</dcterms:modified>
</cp:coreProperties>
</file>